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1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EA008-82DD-4DE9-8E33-4EFB8D869763}" v="66" dt="2024-06-17T18:43:59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94"/>
  </p:normalViewPr>
  <p:slideViewPr>
    <p:cSldViewPr snapToGrid="0" snapToObjects="1">
      <p:cViewPr varScale="1">
        <p:scale>
          <a:sx n="75" d="100"/>
          <a:sy n="75" d="100"/>
        </p:scale>
        <p:origin x="306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7CA613-45CE-304E-89CD-A7CD3E387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74805" y="4461832"/>
            <a:ext cx="2842389" cy="18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8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96917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Name:</a:t>
            </a:r>
          </a:p>
          <a:p>
            <a:pPr lvl="0"/>
            <a:r>
              <a:rPr lang="en-US" dirty="0"/>
              <a:t>Title:</a:t>
            </a:r>
          </a:p>
          <a:p>
            <a:pPr lvl="0"/>
            <a:r>
              <a:rPr lang="en-US" dirty="0"/>
              <a:t>Email: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9AC280-2351-6C45-82F9-60D04CD01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56810" y="5337313"/>
            <a:ext cx="4916491" cy="10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35866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613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54" r:id="rId5"/>
    <p:sldLayoutId id="2147483658" r:id="rId6"/>
    <p:sldLayoutId id="214748365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Optional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FB2FF-1748-1752-C51A-ED679CC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FBAD-F450-1448-A36A-72F6AB77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7E89-62C2-B143-BEBA-CA6D34981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9EE7D-7156-7B83-CFBD-0D467EBE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03AC-670E-A4B8-DA6D-85DC55E7A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408224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F20D-37E0-6C63-ADE5-9C60C55F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01243-2208-2679-FAC7-1F79824A90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207A-02DF-2B56-07F8-69842B42FC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84A06-4452-76C2-E9CF-B1F57F10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Name: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Title: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Email: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Lab GitHub: github.com/arts-laboratory</a:t>
            </a:r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35BC0C-4535-7F41-8EDB-CB375E44534D}" vid="{89EE9AB1-1FC3-EE42-B60A-9165AA834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usc_engineering_powerpoint</Template>
  <TotalTime>51</TotalTime>
  <Words>64</Words>
  <Application>Microsoft Office PowerPoint</Application>
  <PresentationFormat>Widescreen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UofSC Simple Theme</vt:lpstr>
      <vt:lpstr>Presentation Title</vt:lpstr>
      <vt:lpstr>Headline </vt:lpstr>
      <vt:lpstr>Section Break</vt:lpstr>
      <vt:lpstr>Headline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Downey</dc:creator>
  <cp:lastModifiedBy>Downey, Austin</cp:lastModifiedBy>
  <cp:revision>12</cp:revision>
  <dcterms:created xsi:type="dcterms:W3CDTF">2024-06-17T18:22:44Z</dcterms:created>
  <dcterms:modified xsi:type="dcterms:W3CDTF">2026-04-11T20:33:11Z</dcterms:modified>
</cp:coreProperties>
</file>